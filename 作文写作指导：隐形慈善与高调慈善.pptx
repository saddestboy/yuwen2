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48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26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44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82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66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6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47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90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624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62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B4C21-0C25-499C-9CDF-D69079644F1D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AA3A9-C3A5-4BCA-A226-6F4457F7D3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18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2149" y="561703"/>
            <a:ext cx="10659291" cy="5786846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 smtClean="0"/>
              <a:t>阅读下面的材料，按要求作文。</a:t>
            </a:r>
            <a:br>
              <a:rPr lang="zh-CN" altLang="en-US" sz="2800" dirty="0" smtClean="0"/>
            </a:b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南京某高校将每月在食堂吃饭超过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60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顿、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月总消费不足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420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元的学生列为资助对象，直接把补贴款打进饭卡。这件事在学生中引起很大反响。</a:t>
            </a:r>
            <a:b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学生甲：“这是一种‘隐形慈善’，既帮助了贫困学生又维护了他的个人尊严，好！”</a:t>
            </a:r>
            <a:b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学生乙：“这种做法初衷是好的，但不够公开透明，难保公平公正，也可能会出现‘暗箱操作’。”</a:t>
            </a:r>
            <a:b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学生丙：“这样悄悄地进行补助，对个人固然有好处，但对倡导帮贫扶困的风气作用有限，不如陈光标式的高调慈善影响力大。”</a:t>
            </a:r>
            <a:b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b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 smtClean="0"/>
              <a:t>请根据你对材料的理解，任选一个角度，写一篇不少于</a:t>
            </a:r>
            <a:r>
              <a:rPr lang="en-US" altLang="zh-CN" sz="2800" dirty="0" smtClean="0"/>
              <a:t>800</a:t>
            </a:r>
            <a:r>
              <a:rPr lang="zh-CN" altLang="en-US" sz="2800" dirty="0" smtClean="0"/>
              <a:t>字的文章。要求：明确立意，自定文体，自拟标题；不要脱离材料内容及含意的范围作文，不要套作，不得抄袭。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80452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78823"/>
            <a:ext cx="10515600" cy="57981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【</a:t>
            </a:r>
            <a:r>
              <a:rPr lang="zh-CN" altLang="en-US" dirty="0" smtClean="0"/>
              <a:t>审题指导</a:t>
            </a:r>
            <a:r>
              <a:rPr lang="en-US" altLang="zh-CN" dirty="0" smtClean="0"/>
              <a:t>】</a:t>
            </a:r>
          </a:p>
          <a:p>
            <a:r>
              <a:rPr lang="zh-CN" altLang="en-US" dirty="0" smtClean="0"/>
              <a:t>此题的审题核心是：评价“隐形慈善”的是与非，讨论以何种方式行善</a:t>
            </a:r>
            <a:r>
              <a:rPr lang="en-US" altLang="zh-CN" dirty="0" smtClean="0"/>
              <a:t>——“</a:t>
            </a:r>
            <a:r>
              <a:rPr lang="zh-CN" altLang="en-US" dirty="0" smtClean="0"/>
              <a:t>隐形慈善”与“高调行善”的优劣。</a:t>
            </a:r>
          </a:p>
          <a:p>
            <a:r>
              <a:rPr lang="zh-CN" altLang="en-US" dirty="0" smtClean="0"/>
              <a:t>能结合几个不同的观点来谈，更符合逻辑。比如辩证看待“隐形慈善”，谈“高调行善”的利与弊。（</a:t>
            </a:r>
            <a:r>
              <a:rPr lang="en-US" altLang="zh-CN" dirty="0" smtClean="0"/>
              <a:t>2015</a:t>
            </a:r>
            <a:r>
              <a:rPr lang="zh-CN" altLang="en-US" dirty="0" smtClean="0"/>
              <a:t>年全国卷</a:t>
            </a:r>
            <a:r>
              <a:rPr lang="en-US" altLang="zh-CN" dirty="0" smtClean="0"/>
              <a:t>2“</a:t>
            </a:r>
            <a:r>
              <a:rPr lang="zh-CN" altLang="en-US" dirty="0" smtClean="0"/>
              <a:t>最具风采人物评选”：体现你的思考、权衡与选择）</a:t>
            </a:r>
          </a:p>
          <a:p>
            <a:r>
              <a:rPr lang="zh-CN" altLang="en-US" dirty="0" smtClean="0"/>
              <a:t>泛谈要“做慈善”“有善心”，不超过</a:t>
            </a:r>
            <a:r>
              <a:rPr lang="en-US" altLang="zh-CN" dirty="0" smtClean="0"/>
              <a:t>45</a:t>
            </a:r>
            <a:r>
              <a:rPr lang="zh-CN" altLang="en-US" dirty="0" smtClean="0"/>
              <a:t>分，如果泛谈“爱心”“爱”，则</a:t>
            </a:r>
            <a:r>
              <a:rPr lang="en-US" altLang="zh-CN" dirty="0" smtClean="0"/>
              <a:t>42</a:t>
            </a:r>
            <a:r>
              <a:rPr lang="zh-CN" altLang="en-US" dirty="0" smtClean="0"/>
              <a:t>之下。</a:t>
            </a:r>
            <a:endParaRPr lang="en-US" altLang="zh-CN" dirty="0" smtClean="0"/>
          </a:p>
          <a:p>
            <a:r>
              <a:rPr lang="zh-CN" altLang="en-US" dirty="0" smtClean="0"/>
              <a:t>泛谈“公平”“公正”“规则”，不涉及材料，不超过</a:t>
            </a:r>
            <a:r>
              <a:rPr lang="en-US" altLang="zh-CN" dirty="0" smtClean="0"/>
              <a:t>45</a:t>
            </a:r>
            <a:r>
              <a:rPr lang="zh-CN" altLang="en-US" dirty="0" smtClean="0"/>
              <a:t>分。但如果能由浅入深，从慈善谈起，阐述慈善领域的不透明、不公平，再扩而言之，逐步引出对社会其他领域的公平的思考，并能回扣慈善，则不失为好的构思。</a:t>
            </a:r>
          </a:p>
          <a:p>
            <a:r>
              <a:rPr lang="zh-CN" altLang="en-US" dirty="0" smtClean="0"/>
              <a:t>从接受捐助者角度，认为要摆正心态，不过分看重慈善的形式，内心豁达，对捐助者心怀感激，而不对慈善做反要求，这种情况可视为基本符合题意或部分偏离题意（结合材料紧密则另论）。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12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5131"/>
            <a:ext cx="10515600" cy="5941832"/>
          </a:xfrm>
        </p:spPr>
        <p:txBody>
          <a:bodyPr/>
          <a:lstStyle/>
          <a:p>
            <a:r>
              <a:rPr lang="zh-CN" altLang="en-US" dirty="0" smtClean="0"/>
              <a:t>总体而言，比之期中考试所写时评，已大有进步。</a:t>
            </a:r>
            <a:endParaRPr lang="en-US" altLang="zh-CN" dirty="0" smtClean="0"/>
          </a:p>
          <a:p>
            <a:r>
              <a:rPr lang="zh-CN" altLang="en-US" dirty="0" smtClean="0"/>
              <a:t>不足：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、将就事论事执行得太彻底。（应适当迁移）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2</a:t>
            </a:r>
            <a:r>
              <a:rPr lang="zh-CN" altLang="en-US" dirty="0" smtClean="0"/>
              <a:t>、部分学生将行文重点放在提解决措施、提建议上。（时评重在对材料事实的是非对错进行评价）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751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8749" y="339000"/>
            <a:ext cx="10515600" cy="58118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400" dirty="0" smtClean="0"/>
              <a:t>隐形慈善倡扶贫，公平公正难保障（赵霖）</a:t>
            </a:r>
            <a:endParaRPr lang="en-US" altLang="zh-CN" sz="2400" dirty="0" smtClean="0"/>
          </a:p>
          <a:p>
            <a:r>
              <a:rPr lang="zh-CN" altLang="en-US" sz="2400" dirty="0" smtClean="0"/>
              <a:t>隐形资助，维护贫困生的尊严（周钰添）</a:t>
            </a:r>
            <a:endParaRPr lang="en-US" altLang="zh-CN" sz="2400" dirty="0" smtClean="0"/>
          </a:p>
          <a:p>
            <a:r>
              <a:rPr lang="zh-CN" altLang="en-US" sz="2400" dirty="0" smtClean="0"/>
              <a:t>无声胜有声（纪逸飞）</a:t>
            </a:r>
            <a:endParaRPr lang="en-US" altLang="zh-CN" sz="2400" dirty="0" smtClean="0"/>
          </a:p>
          <a:p>
            <a:r>
              <a:rPr lang="zh-CN" altLang="en-US" sz="2400" dirty="0" smtClean="0"/>
              <a:t>慈善固可贵，尊严不可抛（冯炜峰）</a:t>
            </a:r>
            <a:endParaRPr lang="en-US" altLang="zh-CN" sz="2400" dirty="0" smtClean="0"/>
          </a:p>
          <a:p>
            <a:r>
              <a:rPr lang="zh-CN" altLang="en-US" sz="2400" dirty="0" smtClean="0"/>
              <a:t>倡公开，扬扶贫正气（许可欣）</a:t>
            </a:r>
            <a:endParaRPr lang="en-US" altLang="zh-CN" sz="2400" dirty="0" smtClean="0"/>
          </a:p>
          <a:p>
            <a:r>
              <a:rPr lang="zh-CN" altLang="en-US" sz="2400" dirty="0"/>
              <a:t>赠人</a:t>
            </a:r>
            <a:r>
              <a:rPr lang="zh-CN" altLang="en-US" sz="2400" dirty="0" smtClean="0"/>
              <a:t>玫瑰，不求余香（肖雨荷）</a:t>
            </a:r>
            <a:endParaRPr lang="en-US" altLang="zh-CN" sz="2400" dirty="0" smtClean="0"/>
          </a:p>
          <a:p>
            <a:r>
              <a:rPr lang="zh-CN" altLang="en-US" sz="2400" dirty="0" smtClean="0"/>
              <a:t>让善意绽放于阳光下（康清远）</a:t>
            </a:r>
            <a:endParaRPr lang="en-US" altLang="zh-CN" sz="2400" dirty="0" smtClean="0"/>
          </a:p>
          <a:p>
            <a:r>
              <a:rPr lang="zh-CN" altLang="en-US" sz="2400" dirty="0" smtClean="0"/>
              <a:t>资助不应无言（徐镜钦）</a:t>
            </a:r>
          </a:p>
          <a:p>
            <a:r>
              <a:rPr lang="zh-CN" altLang="en-US" sz="2400" dirty="0" smtClean="0"/>
              <a:t>隐形慈善尽其能，审查监管需谨慎（李泽桐）</a:t>
            </a:r>
            <a:endParaRPr lang="en-US" altLang="zh-CN" sz="2400" dirty="0" smtClean="0"/>
          </a:p>
          <a:p>
            <a:r>
              <a:rPr lang="zh-CN" altLang="en-US" sz="2400" dirty="0"/>
              <a:t>隐形</a:t>
            </a:r>
            <a:r>
              <a:rPr lang="zh-CN" altLang="en-US" sz="2400" dirty="0" smtClean="0"/>
              <a:t>慈善体现关怀（赵致宁）</a:t>
            </a:r>
            <a:endParaRPr lang="en-US" altLang="zh-CN" sz="2400" dirty="0" smtClean="0"/>
          </a:p>
          <a:p>
            <a:r>
              <a:rPr lang="zh-CN" altLang="en-US" sz="2400" dirty="0"/>
              <a:t>让慈善及科学又有</a:t>
            </a:r>
            <a:r>
              <a:rPr lang="zh-CN" altLang="en-US" sz="2400" dirty="0" smtClean="0"/>
              <a:t>人情味（胡莹莹）</a:t>
            </a:r>
            <a:endParaRPr lang="en-US" altLang="zh-CN" sz="2400" dirty="0" smtClean="0"/>
          </a:p>
          <a:p>
            <a:r>
              <a:rPr lang="zh-CN" altLang="en-US" sz="2400" dirty="0"/>
              <a:t>隐形</a:t>
            </a:r>
            <a:r>
              <a:rPr lang="zh-CN" altLang="en-US" sz="2400" dirty="0" smtClean="0"/>
              <a:t>慈善初衷好，莫让暗箱败美名（黄俊哲）</a:t>
            </a:r>
            <a:endParaRPr lang="en-US" altLang="zh-CN" sz="2400" dirty="0" smtClean="0"/>
          </a:p>
          <a:p>
            <a:r>
              <a:rPr lang="zh-CN" altLang="en-US" sz="2400" dirty="0" smtClean="0"/>
              <a:t>慈善</a:t>
            </a:r>
            <a:r>
              <a:rPr lang="zh-CN" altLang="en-US" sz="2400" dirty="0"/>
              <a:t>需</a:t>
            </a:r>
            <a:r>
              <a:rPr lang="zh-CN" altLang="en-US" sz="2400" dirty="0" smtClean="0"/>
              <a:t>低调，公平不隐形（蓝澜）</a:t>
            </a:r>
            <a:endParaRPr lang="en-US" altLang="zh-CN" sz="2400" dirty="0" smtClean="0"/>
          </a:p>
          <a:p>
            <a:r>
              <a:rPr lang="zh-CN" altLang="en-US" sz="2400" dirty="0" smtClean="0"/>
              <a:t>维自尊，助贫困（贺雅熙）</a:t>
            </a:r>
            <a:endParaRPr lang="en-US" altLang="zh-CN" sz="2400" dirty="0" smtClean="0"/>
          </a:p>
          <a:p>
            <a:r>
              <a:rPr lang="zh-CN" altLang="en-US" sz="2400" dirty="0"/>
              <a:t>隐形</a:t>
            </a:r>
            <a:r>
              <a:rPr lang="zh-CN" altLang="en-US" sz="2400" dirty="0" smtClean="0"/>
              <a:t>慈善守护自尊（贺俊衡）</a:t>
            </a:r>
            <a:endParaRPr lang="en-US" altLang="zh-CN" sz="2400" dirty="0" smtClean="0"/>
          </a:p>
          <a:p>
            <a:r>
              <a:rPr lang="zh-CN" altLang="en-US" sz="2400" dirty="0" smtClean="0"/>
              <a:t>补助以精准扶贫，隐形显人间温暖（王子洋）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90944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880"/>
            <a:ext cx="10515600" cy="5994083"/>
          </a:xfrm>
        </p:spPr>
        <p:txBody>
          <a:bodyPr/>
          <a:lstStyle/>
          <a:p>
            <a:r>
              <a:rPr lang="zh-CN" altLang="en-US" dirty="0" smtClean="0"/>
              <a:t>但行好事，莫问前程（崔翊尧）</a:t>
            </a:r>
            <a:endParaRPr lang="en-US" altLang="zh-CN" dirty="0" smtClean="0"/>
          </a:p>
          <a:p>
            <a:r>
              <a:rPr lang="zh-CN" altLang="en-US" dirty="0"/>
              <a:t>争</a:t>
            </a:r>
            <a:r>
              <a:rPr lang="zh-CN" altLang="en-US" dirty="0" smtClean="0"/>
              <a:t>做善举勿留名（郭越）</a:t>
            </a:r>
            <a:endParaRPr lang="en-US" altLang="zh-CN" dirty="0" smtClean="0"/>
          </a:p>
          <a:p>
            <a:r>
              <a:rPr lang="zh-CN" altLang="en-US" dirty="0"/>
              <a:t>隐形</a:t>
            </a:r>
            <a:r>
              <a:rPr lang="zh-CN" altLang="en-US" dirty="0" smtClean="0"/>
              <a:t>慈善：妙哉！（郑雅慧）</a:t>
            </a:r>
            <a:endParaRPr lang="en-US" altLang="zh-CN" dirty="0" smtClean="0"/>
          </a:p>
          <a:p>
            <a:r>
              <a:rPr lang="zh-CN" altLang="en-US" dirty="0"/>
              <a:t>各方齐心</a:t>
            </a:r>
            <a:r>
              <a:rPr lang="zh-CN" altLang="en-US" dirty="0" smtClean="0"/>
              <a:t>合唱，方能资助百方（文静萍）</a:t>
            </a:r>
            <a:endParaRPr lang="en-US" altLang="zh-CN" dirty="0" smtClean="0"/>
          </a:p>
          <a:p>
            <a:r>
              <a:rPr lang="zh-CN" altLang="en-US" dirty="0"/>
              <a:t>帮贫扶</a:t>
            </a:r>
            <a:r>
              <a:rPr lang="zh-CN" altLang="en-US" dirty="0" smtClean="0"/>
              <a:t>困要公正，饭卡补贴勿伤尊（张文雅）</a:t>
            </a:r>
            <a:endParaRPr lang="en-US" altLang="zh-CN" dirty="0" smtClean="0"/>
          </a:p>
          <a:p>
            <a:r>
              <a:rPr lang="zh-CN" altLang="en-US"/>
              <a:t>让</a:t>
            </a:r>
            <a:r>
              <a:rPr lang="zh-CN" altLang="en-US"/>
              <a:t>慈善</a:t>
            </a:r>
            <a:r>
              <a:rPr lang="zh-CN" altLang="en-US" smtClean="0"/>
              <a:t>隐形，扶贫护尊严（王润加）</a:t>
            </a:r>
            <a:endParaRPr lang="en-US" altLang="zh-CN" dirty="0" smtClean="0"/>
          </a:p>
          <a:p>
            <a:r>
              <a:rPr lang="zh-CN" altLang="en-US" dirty="0"/>
              <a:t>隐形</a:t>
            </a:r>
            <a:r>
              <a:rPr lang="zh-CN" altLang="en-US" dirty="0" smtClean="0"/>
              <a:t>慈善，更大关爱（杨馨晨）</a:t>
            </a:r>
            <a:endParaRPr lang="en-US" altLang="zh-CN" dirty="0" smtClean="0"/>
          </a:p>
          <a:p>
            <a:r>
              <a:rPr lang="zh-CN" altLang="en-US" dirty="0"/>
              <a:t>隐形</a:t>
            </a:r>
            <a:r>
              <a:rPr lang="zh-CN" altLang="en-US" dirty="0" smtClean="0"/>
              <a:t>慈善，无声的善（谭怡嫣）</a:t>
            </a:r>
            <a:endParaRPr lang="en-US" altLang="zh-CN" dirty="0" smtClean="0"/>
          </a:p>
          <a:p>
            <a:r>
              <a:rPr lang="zh-CN" altLang="en-US" dirty="0"/>
              <a:t>莫</a:t>
            </a:r>
            <a:r>
              <a:rPr lang="zh-CN" altLang="en-US" dirty="0" smtClean="0"/>
              <a:t>让自主化作有色眼镜（黄尔锨）</a:t>
            </a:r>
            <a:endParaRPr lang="en-US" altLang="zh-CN" dirty="0" smtClean="0"/>
          </a:p>
          <a:p>
            <a:r>
              <a:rPr lang="zh-CN" altLang="en-US" dirty="0"/>
              <a:t>少</a:t>
            </a:r>
            <a:r>
              <a:rPr lang="zh-CN" altLang="en-US" dirty="0" smtClean="0"/>
              <a:t>一些浮华，多一些温度（黄新航）</a:t>
            </a:r>
            <a:endParaRPr lang="en-US" altLang="zh-CN" dirty="0" smtClean="0"/>
          </a:p>
          <a:p>
            <a:r>
              <a:rPr lang="zh-CN" altLang="en-US" dirty="0"/>
              <a:t>慈善</a:t>
            </a:r>
            <a:r>
              <a:rPr lang="zh-CN" altLang="en-US" dirty="0" smtClean="0"/>
              <a:t>隐形，关爱不隐形（陈翔宇）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97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943" y="0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看看这些标题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943" y="1201783"/>
            <a:ext cx="10515600" cy="6072460"/>
          </a:xfrm>
        </p:spPr>
        <p:txBody>
          <a:bodyPr/>
          <a:lstStyle/>
          <a:p>
            <a:r>
              <a:rPr lang="zh-CN" altLang="en-US" dirty="0" smtClean="0"/>
              <a:t>别让关爱草率</a:t>
            </a:r>
            <a:endParaRPr lang="en-US" altLang="zh-CN" dirty="0" smtClean="0"/>
          </a:p>
          <a:p>
            <a:r>
              <a:rPr lang="zh-CN" altLang="en-US" dirty="0" smtClean="0"/>
              <a:t>拒绝草率，精准扶贫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莫要好心办坏事</a:t>
            </a:r>
            <a:endParaRPr lang="en-US" altLang="zh-CN" dirty="0" smtClean="0"/>
          </a:p>
          <a:p>
            <a:r>
              <a:rPr lang="zh-CN" altLang="en-US" dirty="0"/>
              <a:t>常怀同理</a:t>
            </a:r>
            <a:r>
              <a:rPr lang="zh-CN" altLang="en-US" dirty="0" smtClean="0"/>
              <a:t>心，务做诚心事</a:t>
            </a:r>
            <a:endParaRPr lang="en-US" altLang="zh-CN" dirty="0" smtClean="0"/>
          </a:p>
          <a:p>
            <a:r>
              <a:rPr lang="zh-CN" altLang="en-US" dirty="0" smtClean="0"/>
              <a:t>“隐形”不如“有心”</a:t>
            </a:r>
            <a:endParaRPr lang="en-US" altLang="zh-CN" dirty="0" smtClean="0"/>
          </a:p>
          <a:p>
            <a:r>
              <a:rPr lang="zh-CN" altLang="en-US" dirty="0"/>
              <a:t>学会理解与</a:t>
            </a:r>
            <a:r>
              <a:rPr lang="zh-CN" altLang="en-US" dirty="0" smtClean="0"/>
              <a:t>关怀</a:t>
            </a:r>
            <a:endParaRPr lang="en-US" altLang="zh-CN" dirty="0" smtClean="0"/>
          </a:p>
          <a:p>
            <a:r>
              <a:rPr lang="zh-CN" altLang="en-US" dirty="0"/>
              <a:t>引导新一代正确</a:t>
            </a:r>
            <a:r>
              <a:rPr lang="zh-CN" altLang="en-US" dirty="0" smtClean="0"/>
              <a:t>看待资助</a:t>
            </a:r>
            <a:endParaRPr lang="en-US" altLang="zh-CN" dirty="0" smtClean="0"/>
          </a:p>
          <a:p>
            <a:r>
              <a:rPr lang="zh-CN" altLang="en-US" dirty="0"/>
              <a:t>接受帮助不</a:t>
            </a:r>
            <a:r>
              <a:rPr lang="zh-CN" altLang="en-US" dirty="0" smtClean="0"/>
              <a:t>可耻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7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597</Words>
  <Application>Microsoft Office PowerPoint</Application>
  <PresentationFormat>宽屏</PresentationFormat>
  <Paragraphs>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华文楷体</vt:lpstr>
      <vt:lpstr>Arial</vt:lpstr>
      <vt:lpstr>Office 主题​​</vt:lpstr>
      <vt:lpstr>阅读下面的材料，按要求作文。 南京某高校将每月在食堂吃饭超过60顿、1月总消费不足420元的学生列为资助对象，直接把补贴款打进饭卡。这件事在学生中引起很大反响。 学生甲：“这是一种‘隐形慈善’，既帮助了贫困学生又维护了他的个人尊严，好！” 学生乙：“这种做法初衷是好的，但不够公开透明，难保公平公正，也可能会出现‘暗箱操作’。” 学生丙：“这样悄悄地进行补助，对个人固然有好处，但对倡导帮贫扶困的风气作用有限，不如陈光标式的高调慈善影响力大。” …… 请根据你对材料的理解，任选一个角度，写一篇不少于800字的文章。要求：明确立意，自定文体，自拟标题；不要脱离材料内容及含意的范围作文，不要套作，不得抄袭。</vt:lpstr>
      <vt:lpstr>PowerPoint 演示文稿</vt:lpstr>
      <vt:lpstr>PowerPoint 演示文稿</vt:lpstr>
      <vt:lpstr>PowerPoint 演示文稿</vt:lpstr>
      <vt:lpstr>PowerPoint 演示文稿</vt:lpstr>
      <vt:lpstr>看看这些标题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阅读下面的材料，按要求作文。 南京某高校将每月在食堂吃饭超过60顿、1月总消费不足420元的学生列为资助对象，直接把补贴款打进饭卡。这件事在学生中引起很大反响。 学生甲：“这是一种‘隐形慈善’，既帮助了贫困学生又维护了他的个人尊严，好！” 学生乙：“这种做法初衷是好的，但不够公开透明，难保公平公正，也可能会出现‘暗箱操作’。” 学生丙：“这样悄悄地进行补助，对个人固然有好处，但对倡导帮贫扶困的风气作用有限，不如陈光标式的高调慈善影响力大。” …… 请根据你对材料的理解，任选一个角度，写一篇不少于800字的文章。要求：明确立意，自定文体，自拟标题；不要脱离材料内容及含意的范围作文，不要套作，不得抄袭。</dc:title>
  <dc:creator>LJJ</dc:creator>
  <cp:lastModifiedBy>LJJ</cp:lastModifiedBy>
  <cp:revision>9</cp:revision>
  <dcterms:created xsi:type="dcterms:W3CDTF">2020-11-30T07:32:08Z</dcterms:created>
  <dcterms:modified xsi:type="dcterms:W3CDTF">2020-11-30T10:11:37Z</dcterms:modified>
</cp:coreProperties>
</file>